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73"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C112A6F-CA8C-4DDC-9116-B7F9874A3564}">
          <p14:sldIdLst>
            <p14:sldId id="256"/>
            <p14:sldId id="257"/>
            <p14:sldId id="258"/>
            <p14:sldId id="259"/>
            <p14:sldId id="260"/>
            <p14:sldId id="261"/>
            <p14:sldId id="262"/>
            <p14:sldId id="264"/>
            <p14:sldId id="265"/>
            <p14:sldId id="266"/>
            <p14:sldId id="273"/>
            <p14:sldId id="267"/>
            <p14:sldId id="268"/>
            <p14:sldId id="269"/>
            <p14:sldId id="270"/>
            <p14:sldId id="271"/>
          </p14:sldIdLst>
        </p14:section>
        <p14:section name="Untitled Section" id="{981A80A8-A171-46D9-970B-1454C10A90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97" autoAdjust="0"/>
    <p:restoredTop sz="94660"/>
  </p:normalViewPr>
  <p:slideViewPr>
    <p:cSldViewPr snapToGrid="0">
      <p:cViewPr varScale="1">
        <p:scale>
          <a:sx n="81" d="100"/>
          <a:sy n="81" d="100"/>
        </p:scale>
        <p:origin x="28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ra saeed" userId="35d9746105a29e4f" providerId="LiveId" clId="{DD067151-5593-4D38-9BF5-3D9656CE2695}"/>
    <pc:docChg chg="custSel addSld modSld sldOrd addSection modSection">
      <pc:chgData name="saira saeed" userId="35d9746105a29e4f" providerId="LiveId" clId="{DD067151-5593-4D38-9BF5-3D9656CE2695}" dt="2024-03-02T15:29:04.469" v="6527" actId="20577"/>
      <pc:docMkLst>
        <pc:docMk/>
      </pc:docMkLst>
      <pc:sldChg chg="modSp mod">
        <pc:chgData name="saira saeed" userId="35d9746105a29e4f" providerId="LiveId" clId="{DD067151-5593-4D38-9BF5-3D9656CE2695}" dt="2024-03-02T14:34:47.294" v="5583" actId="313"/>
        <pc:sldMkLst>
          <pc:docMk/>
          <pc:sldMk cId="162743749" sldId="256"/>
        </pc:sldMkLst>
        <pc:spChg chg="mod">
          <ac:chgData name="saira saeed" userId="35d9746105a29e4f" providerId="LiveId" clId="{DD067151-5593-4D38-9BF5-3D9656CE2695}" dt="2024-03-02T14:34:28.965" v="5571" actId="20577"/>
          <ac:spMkLst>
            <pc:docMk/>
            <pc:sldMk cId="162743749" sldId="256"/>
            <ac:spMk id="2" creationId="{197C4520-EF36-2BF0-C148-63C10D4FD93E}"/>
          </ac:spMkLst>
        </pc:spChg>
        <pc:spChg chg="mod">
          <ac:chgData name="saira saeed" userId="35d9746105a29e4f" providerId="LiveId" clId="{DD067151-5593-4D38-9BF5-3D9656CE2695}" dt="2024-03-02T14:34:47.294" v="5583" actId="313"/>
          <ac:spMkLst>
            <pc:docMk/>
            <pc:sldMk cId="162743749" sldId="256"/>
            <ac:spMk id="3" creationId="{9AABA126-7014-AFDA-2FB5-C62C0A7FC3FC}"/>
          </ac:spMkLst>
        </pc:spChg>
      </pc:sldChg>
      <pc:sldChg chg="modSp mod">
        <pc:chgData name="saira saeed" userId="35d9746105a29e4f" providerId="LiveId" clId="{DD067151-5593-4D38-9BF5-3D9656CE2695}" dt="2024-03-02T15:24:14.767" v="6441" actId="313"/>
        <pc:sldMkLst>
          <pc:docMk/>
          <pc:sldMk cId="1453935602" sldId="257"/>
        </pc:sldMkLst>
        <pc:spChg chg="mod">
          <ac:chgData name="saira saeed" userId="35d9746105a29e4f" providerId="LiveId" clId="{DD067151-5593-4D38-9BF5-3D9656CE2695}" dt="2024-03-02T15:23:52.706" v="6437" actId="113"/>
          <ac:spMkLst>
            <pc:docMk/>
            <pc:sldMk cId="1453935602" sldId="257"/>
            <ac:spMk id="2" creationId="{926DAB5E-4224-D14E-78DD-02927AA3DB06}"/>
          </ac:spMkLst>
        </pc:spChg>
        <pc:spChg chg="mod">
          <ac:chgData name="saira saeed" userId="35d9746105a29e4f" providerId="LiveId" clId="{DD067151-5593-4D38-9BF5-3D9656CE2695}" dt="2024-03-02T15:24:14.767" v="6441" actId="313"/>
          <ac:spMkLst>
            <pc:docMk/>
            <pc:sldMk cId="1453935602" sldId="257"/>
            <ac:spMk id="3" creationId="{C928C21D-EEE1-71D5-D634-C82BD6A1E84F}"/>
          </ac:spMkLst>
        </pc:spChg>
      </pc:sldChg>
      <pc:sldChg chg="modSp new mod">
        <pc:chgData name="saira saeed" userId="35d9746105a29e4f" providerId="LiveId" clId="{DD067151-5593-4D38-9BF5-3D9656CE2695}" dt="2024-03-02T15:24:30.032" v="6442" actId="313"/>
        <pc:sldMkLst>
          <pc:docMk/>
          <pc:sldMk cId="2102977472" sldId="259"/>
        </pc:sldMkLst>
        <pc:spChg chg="mod">
          <ac:chgData name="saira saeed" userId="35d9746105a29e4f" providerId="LiveId" clId="{DD067151-5593-4D38-9BF5-3D9656CE2695}" dt="2024-03-02T15:24:30.032" v="6442" actId="313"/>
          <ac:spMkLst>
            <pc:docMk/>
            <pc:sldMk cId="2102977472" sldId="259"/>
            <ac:spMk id="3" creationId="{C44AD057-F3F6-BDC0-0757-B941CCB05B9C}"/>
          </ac:spMkLst>
        </pc:spChg>
      </pc:sldChg>
      <pc:sldChg chg="modSp new mod">
        <pc:chgData name="saira saeed" userId="35d9746105a29e4f" providerId="LiveId" clId="{DD067151-5593-4D38-9BF5-3D9656CE2695}" dt="2024-03-02T15:23:34.879" v="6436" actId="113"/>
        <pc:sldMkLst>
          <pc:docMk/>
          <pc:sldMk cId="4202374517" sldId="260"/>
        </pc:sldMkLst>
        <pc:spChg chg="mod">
          <ac:chgData name="saira saeed" userId="35d9746105a29e4f" providerId="LiveId" clId="{DD067151-5593-4D38-9BF5-3D9656CE2695}" dt="2024-03-02T15:23:34.879" v="6436" actId="113"/>
          <ac:spMkLst>
            <pc:docMk/>
            <pc:sldMk cId="4202374517" sldId="260"/>
            <ac:spMk id="2" creationId="{11D2A9DE-94A0-4FBD-17E7-73314812A75A}"/>
          </ac:spMkLst>
        </pc:spChg>
        <pc:spChg chg="mod">
          <ac:chgData name="saira saeed" userId="35d9746105a29e4f" providerId="LiveId" clId="{DD067151-5593-4D38-9BF5-3D9656CE2695}" dt="2024-02-21T19:38:28.801" v="2360" actId="123"/>
          <ac:spMkLst>
            <pc:docMk/>
            <pc:sldMk cId="4202374517" sldId="260"/>
            <ac:spMk id="3" creationId="{3B893DD4-4C23-6CA5-7CE4-D22010C7A2AC}"/>
          </ac:spMkLst>
        </pc:spChg>
      </pc:sldChg>
      <pc:sldChg chg="modSp new mod">
        <pc:chgData name="saira saeed" userId="35d9746105a29e4f" providerId="LiveId" clId="{DD067151-5593-4D38-9BF5-3D9656CE2695}" dt="2024-03-02T15:25:10.203" v="6461" actId="113"/>
        <pc:sldMkLst>
          <pc:docMk/>
          <pc:sldMk cId="2929292460" sldId="261"/>
        </pc:sldMkLst>
        <pc:spChg chg="mod">
          <ac:chgData name="saira saeed" userId="35d9746105a29e4f" providerId="LiveId" clId="{DD067151-5593-4D38-9BF5-3D9656CE2695}" dt="2024-03-02T15:25:10.203" v="6461" actId="113"/>
          <ac:spMkLst>
            <pc:docMk/>
            <pc:sldMk cId="2929292460" sldId="261"/>
            <ac:spMk id="2" creationId="{3BBD3A40-2330-9FB0-EDF6-8E0DCF0F3A7F}"/>
          </ac:spMkLst>
        </pc:spChg>
        <pc:spChg chg="mod">
          <ac:chgData name="saira saeed" userId="35d9746105a29e4f" providerId="LiveId" clId="{DD067151-5593-4D38-9BF5-3D9656CE2695}" dt="2024-02-21T19:45:38.529" v="2976" actId="20577"/>
          <ac:spMkLst>
            <pc:docMk/>
            <pc:sldMk cId="2929292460" sldId="261"/>
            <ac:spMk id="3" creationId="{57C33C64-F058-4F52-CA89-77847E140DCD}"/>
          </ac:spMkLst>
        </pc:spChg>
      </pc:sldChg>
      <pc:sldChg chg="addSp delSp modSp new mod ord">
        <pc:chgData name="saira saeed" userId="35d9746105a29e4f" providerId="LiveId" clId="{DD067151-5593-4D38-9BF5-3D9656CE2695}" dt="2024-03-02T15:27:24.844" v="6504" actId="12"/>
        <pc:sldMkLst>
          <pc:docMk/>
          <pc:sldMk cId="335524041" sldId="262"/>
        </pc:sldMkLst>
        <pc:spChg chg="mod">
          <ac:chgData name="saira saeed" userId="35d9746105a29e4f" providerId="LiveId" clId="{DD067151-5593-4D38-9BF5-3D9656CE2695}" dt="2024-03-02T15:27:14.720" v="6502" actId="113"/>
          <ac:spMkLst>
            <pc:docMk/>
            <pc:sldMk cId="335524041" sldId="262"/>
            <ac:spMk id="2" creationId="{016AF131-D94A-99E2-DD8B-48EA968DA39C}"/>
          </ac:spMkLst>
        </pc:spChg>
        <pc:spChg chg="mod">
          <ac:chgData name="saira saeed" userId="35d9746105a29e4f" providerId="LiveId" clId="{DD067151-5593-4D38-9BF5-3D9656CE2695}" dt="2024-03-02T15:27:24.844" v="6504" actId="12"/>
          <ac:spMkLst>
            <pc:docMk/>
            <pc:sldMk cId="335524041" sldId="262"/>
            <ac:spMk id="3" creationId="{EA2547B1-3D1B-C0C6-C41D-8278E2C15C43}"/>
          </ac:spMkLst>
        </pc:spChg>
        <pc:picChg chg="add del mod">
          <ac:chgData name="saira saeed" userId="35d9746105a29e4f" providerId="LiveId" clId="{DD067151-5593-4D38-9BF5-3D9656CE2695}" dt="2024-03-02T15:08:29.456" v="6095" actId="478"/>
          <ac:picMkLst>
            <pc:docMk/>
            <pc:sldMk cId="335524041" sldId="262"/>
            <ac:picMk id="4" creationId="{AAA3E6FB-AA2D-5AE3-8BDE-37EEC22C7A5D}"/>
          </ac:picMkLst>
        </pc:picChg>
      </pc:sldChg>
      <pc:sldChg chg="modSp new mod">
        <pc:chgData name="saira saeed" userId="35d9746105a29e4f" providerId="LiveId" clId="{DD067151-5593-4D38-9BF5-3D9656CE2695}" dt="2024-02-23T15:37:31.153" v="3539" actId="313"/>
        <pc:sldMkLst>
          <pc:docMk/>
          <pc:sldMk cId="3498153324" sldId="263"/>
        </pc:sldMkLst>
        <pc:spChg chg="mod">
          <ac:chgData name="saira saeed" userId="35d9746105a29e4f" providerId="LiveId" clId="{DD067151-5593-4D38-9BF5-3D9656CE2695}" dt="2024-02-23T15:37:03.325" v="3536" actId="20577"/>
          <ac:spMkLst>
            <pc:docMk/>
            <pc:sldMk cId="3498153324" sldId="263"/>
            <ac:spMk id="2" creationId="{776B8525-8C95-2801-18DD-935BC24DCFD4}"/>
          </ac:spMkLst>
        </pc:spChg>
        <pc:spChg chg="mod">
          <ac:chgData name="saira saeed" userId="35d9746105a29e4f" providerId="LiveId" clId="{DD067151-5593-4D38-9BF5-3D9656CE2695}" dt="2024-02-23T15:37:31.153" v="3539" actId="313"/>
          <ac:spMkLst>
            <pc:docMk/>
            <pc:sldMk cId="3498153324" sldId="263"/>
            <ac:spMk id="3" creationId="{9D7CBFFF-8ED2-021B-0F15-760911971531}"/>
          </ac:spMkLst>
        </pc:spChg>
      </pc:sldChg>
      <pc:sldChg chg="modSp new mod">
        <pc:chgData name="saira saeed" userId="35d9746105a29e4f" providerId="LiveId" clId="{DD067151-5593-4D38-9BF5-3D9656CE2695}" dt="2024-03-02T15:28:24.076" v="6510" actId="123"/>
        <pc:sldMkLst>
          <pc:docMk/>
          <pc:sldMk cId="2059555282" sldId="264"/>
        </pc:sldMkLst>
        <pc:spChg chg="mod">
          <ac:chgData name="saira saeed" userId="35d9746105a29e4f" providerId="LiveId" clId="{DD067151-5593-4D38-9BF5-3D9656CE2695}" dt="2024-02-23T15:38:26.963" v="3591" actId="20577"/>
          <ac:spMkLst>
            <pc:docMk/>
            <pc:sldMk cId="2059555282" sldId="264"/>
            <ac:spMk id="2" creationId="{F508E1B3-8572-33D5-A29A-6A7908AA06CD}"/>
          </ac:spMkLst>
        </pc:spChg>
        <pc:spChg chg="mod">
          <ac:chgData name="saira saeed" userId="35d9746105a29e4f" providerId="LiveId" clId="{DD067151-5593-4D38-9BF5-3D9656CE2695}" dt="2024-03-02T15:28:24.076" v="6510" actId="123"/>
          <ac:spMkLst>
            <pc:docMk/>
            <pc:sldMk cId="2059555282" sldId="264"/>
            <ac:spMk id="3" creationId="{72FDE6E4-9281-6F5B-C050-469EC0E22441}"/>
          </ac:spMkLst>
        </pc:spChg>
      </pc:sldChg>
      <pc:sldChg chg="modSp new mod">
        <pc:chgData name="saira saeed" userId="35d9746105a29e4f" providerId="LiveId" clId="{DD067151-5593-4D38-9BF5-3D9656CE2695}" dt="2024-03-02T15:28:45.996" v="6512" actId="123"/>
        <pc:sldMkLst>
          <pc:docMk/>
          <pc:sldMk cId="2334068016" sldId="265"/>
        </pc:sldMkLst>
        <pc:spChg chg="mod">
          <ac:chgData name="saira saeed" userId="35d9746105a29e4f" providerId="LiveId" clId="{DD067151-5593-4D38-9BF5-3D9656CE2695}" dt="2024-03-02T15:28:37.309" v="6511" actId="113"/>
          <ac:spMkLst>
            <pc:docMk/>
            <pc:sldMk cId="2334068016" sldId="265"/>
            <ac:spMk id="2" creationId="{F415FD60-D383-114E-0E3C-AB42A9776F17}"/>
          </ac:spMkLst>
        </pc:spChg>
        <pc:spChg chg="mod">
          <ac:chgData name="saira saeed" userId="35d9746105a29e4f" providerId="LiveId" clId="{DD067151-5593-4D38-9BF5-3D9656CE2695}" dt="2024-03-02T15:28:45.996" v="6512" actId="123"/>
          <ac:spMkLst>
            <pc:docMk/>
            <pc:sldMk cId="2334068016" sldId="265"/>
            <ac:spMk id="3" creationId="{92E8FBE3-948D-D577-7E71-E0E414578F41}"/>
          </ac:spMkLst>
        </pc:spChg>
      </pc:sldChg>
      <pc:sldChg chg="modSp new mod">
        <pc:chgData name="saira saeed" userId="35d9746105a29e4f" providerId="LiveId" clId="{DD067151-5593-4D38-9BF5-3D9656CE2695}" dt="2024-03-02T15:00:20.235" v="5957" actId="313"/>
        <pc:sldMkLst>
          <pc:docMk/>
          <pc:sldMk cId="3509251409" sldId="266"/>
        </pc:sldMkLst>
        <pc:spChg chg="mod">
          <ac:chgData name="saira saeed" userId="35d9746105a29e4f" providerId="LiveId" clId="{DD067151-5593-4D38-9BF5-3D9656CE2695}" dt="2024-02-23T16:00:19.068" v="5346" actId="20577"/>
          <ac:spMkLst>
            <pc:docMk/>
            <pc:sldMk cId="3509251409" sldId="266"/>
            <ac:spMk id="2" creationId="{2797E07D-B5B5-B0E0-6535-BE185D566AA0}"/>
          </ac:spMkLst>
        </pc:spChg>
        <pc:spChg chg="mod">
          <ac:chgData name="saira saeed" userId="35d9746105a29e4f" providerId="LiveId" clId="{DD067151-5593-4D38-9BF5-3D9656CE2695}" dt="2024-03-02T15:00:20.235" v="5957" actId="313"/>
          <ac:spMkLst>
            <pc:docMk/>
            <pc:sldMk cId="3509251409" sldId="266"/>
            <ac:spMk id="3" creationId="{6562418B-2E00-DCDF-5FDF-01F3990747EF}"/>
          </ac:spMkLst>
        </pc:spChg>
      </pc:sldChg>
      <pc:sldChg chg="addSp delSp modSp new mod">
        <pc:chgData name="saira saeed" userId="35d9746105a29e4f" providerId="LiveId" clId="{DD067151-5593-4D38-9BF5-3D9656CE2695}" dt="2024-03-02T15:09:10.722" v="6137" actId="5793"/>
        <pc:sldMkLst>
          <pc:docMk/>
          <pc:sldMk cId="2025003983" sldId="267"/>
        </pc:sldMkLst>
        <pc:spChg chg="mod">
          <ac:chgData name="saira saeed" userId="35d9746105a29e4f" providerId="LiveId" clId="{DD067151-5593-4D38-9BF5-3D9656CE2695}" dt="2024-03-02T15:09:10.722" v="6137" actId="5793"/>
          <ac:spMkLst>
            <pc:docMk/>
            <pc:sldMk cId="2025003983" sldId="267"/>
            <ac:spMk id="2" creationId="{233C73B7-68C6-DCEF-622B-FB3752213DFE}"/>
          </ac:spMkLst>
        </pc:spChg>
        <pc:spChg chg="del">
          <ac:chgData name="saira saeed" userId="35d9746105a29e4f" providerId="LiveId" clId="{DD067151-5593-4D38-9BF5-3D9656CE2695}" dt="2024-03-02T15:08:39.895" v="6097"/>
          <ac:spMkLst>
            <pc:docMk/>
            <pc:sldMk cId="2025003983" sldId="267"/>
            <ac:spMk id="3" creationId="{CA6D4340-E877-5594-C1CE-0033F15E266E}"/>
          </ac:spMkLst>
        </pc:spChg>
        <pc:picChg chg="add mod">
          <ac:chgData name="saira saeed" userId="35d9746105a29e4f" providerId="LiveId" clId="{DD067151-5593-4D38-9BF5-3D9656CE2695}" dt="2024-03-02T15:08:50.495" v="6099" actId="14100"/>
          <ac:picMkLst>
            <pc:docMk/>
            <pc:sldMk cId="2025003983" sldId="267"/>
            <ac:picMk id="4" creationId="{67F5C493-D002-0A88-7C11-171B4EC7C0B0}"/>
          </ac:picMkLst>
        </pc:picChg>
      </pc:sldChg>
      <pc:sldChg chg="addSp delSp modSp new mod">
        <pc:chgData name="saira saeed" userId="35d9746105a29e4f" providerId="LiveId" clId="{DD067151-5593-4D38-9BF5-3D9656CE2695}" dt="2024-03-02T15:15:58.204" v="6203" actId="20577"/>
        <pc:sldMkLst>
          <pc:docMk/>
          <pc:sldMk cId="2501023183" sldId="268"/>
        </pc:sldMkLst>
        <pc:spChg chg="mod">
          <ac:chgData name="saira saeed" userId="35d9746105a29e4f" providerId="LiveId" clId="{DD067151-5593-4D38-9BF5-3D9656CE2695}" dt="2024-03-02T15:15:58.204" v="6203" actId="20577"/>
          <ac:spMkLst>
            <pc:docMk/>
            <pc:sldMk cId="2501023183" sldId="268"/>
            <ac:spMk id="2" creationId="{2F7CB384-E37B-B960-6807-CBDBB8BCDE53}"/>
          </ac:spMkLst>
        </pc:spChg>
        <pc:spChg chg="del">
          <ac:chgData name="saira saeed" userId="35d9746105a29e4f" providerId="LiveId" clId="{DD067151-5593-4D38-9BF5-3D9656CE2695}" dt="2024-03-02T15:12:28.549" v="6139"/>
          <ac:spMkLst>
            <pc:docMk/>
            <pc:sldMk cId="2501023183" sldId="268"/>
            <ac:spMk id="3" creationId="{43788BBF-049B-A88F-A95F-78BB9E1A9750}"/>
          </ac:spMkLst>
        </pc:spChg>
        <pc:picChg chg="add mod">
          <ac:chgData name="saira saeed" userId="35d9746105a29e4f" providerId="LiveId" clId="{DD067151-5593-4D38-9BF5-3D9656CE2695}" dt="2024-03-02T15:12:46.967" v="6144" actId="14100"/>
          <ac:picMkLst>
            <pc:docMk/>
            <pc:sldMk cId="2501023183" sldId="268"/>
            <ac:picMk id="4" creationId="{2B3B7D8F-E77E-CA4D-196F-861CC1959653}"/>
          </ac:picMkLst>
        </pc:picChg>
      </pc:sldChg>
      <pc:sldChg chg="addSp delSp modSp new mod">
        <pc:chgData name="saira saeed" userId="35d9746105a29e4f" providerId="LiveId" clId="{DD067151-5593-4D38-9BF5-3D9656CE2695}" dt="2024-03-02T15:15:11.263" v="6190" actId="20577"/>
        <pc:sldMkLst>
          <pc:docMk/>
          <pc:sldMk cId="2284946916" sldId="269"/>
        </pc:sldMkLst>
        <pc:spChg chg="mod">
          <ac:chgData name="saira saeed" userId="35d9746105a29e4f" providerId="LiveId" clId="{DD067151-5593-4D38-9BF5-3D9656CE2695}" dt="2024-03-02T15:15:11.263" v="6190" actId="20577"/>
          <ac:spMkLst>
            <pc:docMk/>
            <pc:sldMk cId="2284946916" sldId="269"/>
            <ac:spMk id="2" creationId="{3BE854CA-04E7-A4EA-30C9-1FA14DA274B9}"/>
          </ac:spMkLst>
        </pc:spChg>
        <pc:spChg chg="del">
          <ac:chgData name="saira saeed" userId="35d9746105a29e4f" providerId="LiveId" clId="{DD067151-5593-4D38-9BF5-3D9656CE2695}" dt="2024-03-02T15:14:01.558" v="6146"/>
          <ac:spMkLst>
            <pc:docMk/>
            <pc:sldMk cId="2284946916" sldId="269"/>
            <ac:spMk id="3" creationId="{767A2244-BBEC-6F18-B4E0-A2A334C259EB}"/>
          </ac:spMkLst>
        </pc:spChg>
        <pc:picChg chg="add mod">
          <ac:chgData name="saira saeed" userId="35d9746105a29e4f" providerId="LiveId" clId="{DD067151-5593-4D38-9BF5-3D9656CE2695}" dt="2024-03-02T15:14:50.639" v="6157" actId="14100"/>
          <ac:picMkLst>
            <pc:docMk/>
            <pc:sldMk cId="2284946916" sldId="269"/>
            <ac:picMk id="4" creationId="{7BE79DDF-3604-508B-4A62-919861C65FDB}"/>
          </ac:picMkLst>
        </pc:picChg>
        <pc:picChg chg="add mod">
          <ac:chgData name="saira saeed" userId="35d9746105a29e4f" providerId="LiveId" clId="{DD067151-5593-4D38-9BF5-3D9656CE2695}" dt="2024-03-02T15:14:54.376" v="6158" actId="14100"/>
          <ac:picMkLst>
            <pc:docMk/>
            <pc:sldMk cId="2284946916" sldId="269"/>
            <ac:picMk id="5" creationId="{7B9A3E7A-1227-F0EB-EC17-3F79AACE6F8E}"/>
          </ac:picMkLst>
        </pc:picChg>
      </pc:sldChg>
      <pc:sldChg chg="addSp delSp modSp new mod">
        <pc:chgData name="saira saeed" userId="35d9746105a29e4f" providerId="LiveId" clId="{DD067151-5593-4D38-9BF5-3D9656CE2695}" dt="2024-03-02T15:21:47.964" v="6404" actId="123"/>
        <pc:sldMkLst>
          <pc:docMk/>
          <pc:sldMk cId="3540327011" sldId="270"/>
        </pc:sldMkLst>
        <pc:spChg chg="mod">
          <ac:chgData name="saira saeed" userId="35d9746105a29e4f" providerId="LiveId" clId="{DD067151-5593-4D38-9BF5-3D9656CE2695}" dt="2024-03-02T15:21:47.964" v="6404" actId="123"/>
          <ac:spMkLst>
            <pc:docMk/>
            <pc:sldMk cId="3540327011" sldId="270"/>
            <ac:spMk id="2" creationId="{02A1C812-BAA8-EF76-552B-6958B7AC16A5}"/>
          </ac:spMkLst>
        </pc:spChg>
        <pc:spChg chg="del">
          <ac:chgData name="saira saeed" userId="35d9746105a29e4f" providerId="LiveId" clId="{DD067151-5593-4D38-9BF5-3D9656CE2695}" dt="2024-03-02T15:16:40.018" v="6205"/>
          <ac:spMkLst>
            <pc:docMk/>
            <pc:sldMk cId="3540327011" sldId="270"/>
            <ac:spMk id="3" creationId="{86709380-5D38-1138-AAE1-80344AA4C09B}"/>
          </ac:spMkLst>
        </pc:spChg>
        <pc:picChg chg="add mod">
          <ac:chgData name="saira saeed" userId="35d9746105a29e4f" providerId="LiveId" clId="{DD067151-5593-4D38-9BF5-3D9656CE2695}" dt="2024-03-02T15:19:12.053" v="6250" actId="14100"/>
          <ac:picMkLst>
            <pc:docMk/>
            <pc:sldMk cId="3540327011" sldId="270"/>
            <ac:picMk id="4" creationId="{57A16385-2CF9-B1A8-EDFF-CA5299CF38AA}"/>
          </ac:picMkLst>
        </pc:picChg>
      </pc:sldChg>
      <pc:sldChg chg="addSp delSp modSp new mod">
        <pc:chgData name="saira saeed" userId="35d9746105a29e4f" providerId="LiveId" clId="{DD067151-5593-4D38-9BF5-3D9656CE2695}" dt="2024-03-02T15:29:04.469" v="6527" actId="20577"/>
        <pc:sldMkLst>
          <pc:docMk/>
          <pc:sldMk cId="3244726231" sldId="271"/>
        </pc:sldMkLst>
        <pc:spChg chg="mod">
          <ac:chgData name="saira saeed" userId="35d9746105a29e4f" providerId="LiveId" clId="{DD067151-5593-4D38-9BF5-3D9656CE2695}" dt="2024-03-02T15:29:04.469" v="6527" actId="20577"/>
          <ac:spMkLst>
            <pc:docMk/>
            <pc:sldMk cId="3244726231" sldId="271"/>
            <ac:spMk id="2" creationId="{5CF0D753-9A85-F0F5-614E-AE0CCD0C8C8E}"/>
          </ac:spMkLst>
        </pc:spChg>
        <pc:spChg chg="del">
          <ac:chgData name="saira saeed" userId="35d9746105a29e4f" providerId="LiveId" clId="{DD067151-5593-4D38-9BF5-3D9656CE2695}" dt="2024-03-02T15:18:07.011" v="6233"/>
          <ac:spMkLst>
            <pc:docMk/>
            <pc:sldMk cId="3244726231" sldId="271"/>
            <ac:spMk id="3" creationId="{DC4B3A45-CED0-EA2D-8ABD-B535B3E82915}"/>
          </ac:spMkLst>
        </pc:spChg>
        <pc:picChg chg="add mod">
          <ac:chgData name="saira saeed" userId="35d9746105a29e4f" providerId="LiveId" clId="{DD067151-5593-4D38-9BF5-3D9656CE2695}" dt="2024-03-02T15:18:16.932" v="6237" actId="14100"/>
          <ac:picMkLst>
            <pc:docMk/>
            <pc:sldMk cId="3244726231" sldId="271"/>
            <ac:picMk id="4" creationId="{336A2DDA-29D0-73F2-C9FD-71933BB3ADD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99D67-401E-4063-DC94-15E19A8C2C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E4EB8D-8F5C-569E-A25C-4741BA8C6A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AAF89B-6C1D-EF4E-EA36-C8CC4A9EA92B}"/>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5" name="Footer Placeholder 4">
            <a:extLst>
              <a:ext uri="{FF2B5EF4-FFF2-40B4-BE49-F238E27FC236}">
                <a16:creationId xmlns:a16="http://schemas.microsoft.com/office/drawing/2014/main" id="{ED4D6780-FE29-A7CF-92E4-9E67E25D7E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E7C61A-F5F8-0F43-8616-53B7E323DA36}"/>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3586385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35E56-1ACC-8765-FC47-D19F35B225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F1BD92-A3D3-3518-1C91-FE4C1813C6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26FA84-1E85-9D27-ADA4-335A241D5526}"/>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5" name="Footer Placeholder 4">
            <a:extLst>
              <a:ext uri="{FF2B5EF4-FFF2-40B4-BE49-F238E27FC236}">
                <a16:creationId xmlns:a16="http://schemas.microsoft.com/office/drawing/2014/main" id="{4FCA1AA4-A5F1-AEF3-277C-C62681023C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5291B9-3B71-0329-6957-218B68FF9C15}"/>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2793563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0C829-CF2B-B14E-A709-D37A1B0730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3DBBEB-4B1C-E16B-56BE-BE661E5D8D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BA90F4-736F-2191-1725-C0C97727F55E}"/>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5" name="Footer Placeholder 4">
            <a:extLst>
              <a:ext uri="{FF2B5EF4-FFF2-40B4-BE49-F238E27FC236}">
                <a16:creationId xmlns:a16="http://schemas.microsoft.com/office/drawing/2014/main" id="{615E5C72-CBD1-40E4-CB35-8409DBAD02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F5F93A-DF57-1312-F6A4-624145D69CE3}"/>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494566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1D002-1E1B-7BD5-FEE2-4E8BE85FD5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B32FCD-9823-FDCD-06C4-2DC525B7DD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D29485-9BC0-F107-7510-BD6D1C4118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CCD2A0-E27C-3B57-F35A-F9049CF693D4}"/>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6" name="Footer Placeholder 5">
            <a:extLst>
              <a:ext uri="{FF2B5EF4-FFF2-40B4-BE49-F238E27FC236}">
                <a16:creationId xmlns:a16="http://schemas.microsoft.com/office/drawing/2014/main" id="{640C5707-52B6-6B6E-4967-E233EC8EF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D15E7C-B2F4-7034-1AA1-DFC4466E8761}"/>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823684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69CD9-CEC8-C849-930F-EAE3B0716E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2CC250-D595-AEB2-27BD-5CF57629C0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2CEE31-4D16-BD92-621F-61610D480E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08A7E6-7091-5FDB-CE35-8731A2EF2C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F99750-1BE9-D851-359E-CC7028E4B0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E3D35E-367D-6062-E8B9-5F352207E8CE}"/>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8" name="Footer Placeholder 7">
            <a:extLst>
              <a:ext uri="{FF2B5EF4-FFF2-40B4-BE49-F238E27FC236}">
                <a16:creationId xmlns:a16="http://schemas.microsoft.com/office/drawing/2014/main" id="{A05BD07D-9B4A-585F-8A05-AB360073FC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E29D84-E3A6-4C8F-A83A-8A69F297DA90}"/>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2885979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DBAD6-C96A-0D56-282A-F79D3C5E69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C686AD-8A3A-E0FE-FFFC-471D848328C6}"/>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4" name="Footer Placeholder 3">
            <a:extLst>
              <a:ext uri="{FF2B5EF4-FFF2-40B4-BE49-F238E27FC236}">
                <a16:creationId xmlns:a16="http://schemas.microsoft.com/office/drawing/2014/main" id="{5D1F9164-473B-32D8-69CD-3B9EEFC650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617B02-A510-E8C1-E4CE-80A0DC8BE9F3}"/>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3053817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808CF4-DF02-810C-C7AD-E599B0DFA020}"/>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3" name="Footer Placeholder 2">
            <a:extLst>
              <a:ext uri="{FF2B5EF4-FFF2-40B4-BE49-F238E27FC236}">
                <a16:creationId xmlns:a16="http://schemas.microsoft.com/office/drawing/2014/main" id="{04936FE6-C325-9475-43E0-CA3818A714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850B98-441D-5F95-8E5B-1D818349D64A}"/>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756822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59ED9-18FF-5E2B-EDFD-3EE5BFE440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C849C7-7811-162E-58BC-49D684FE58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7C0F76-2567-118F-D17E-97575BF06D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10C99-3F55-8F43-1254-E93C11D6F5CC}"/>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6" name="Footer Placeholder 5">
            <a:extLst>
              <a:ext uri="{FF2B5EF4-FFF2-40B4-BE49-F238E27FC236}">
                <a16:creationId xmlns:a16="http://schemas.microsoft.com/office/drawing/2014/main" id="{41EA07A2-4247-EC9D-A2FD-61E1C0ADC4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5B9773-3FAB-22AE-50FE-A165C9CB51C8}"/>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2665213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E8B7B-8B18-94B7-5956-D1483AB52C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45E445-C865-0197-E50C-74DA6CBA00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42032-4F4D-EBA2-3D88-11B1E8D65B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C2B95D-2866-4396-E97D-1AC850DE7E8A}"/>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6" name="Footer Placeholder 5">
            <a:extLst>
              <a:ext uri="{FF2B5EF4-FFF2-40B4-BE49-F238E27FC236}">
                <a16:creationId xmlns:a16="http://schemas.microsoft.com/office/drawing/2014/main" id="{B0060599-7C5E-917D-82A8-91CCCF4193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D313B4-7742-792F-60BF-BF856E31CF3F}"/>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3099204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F0B9E-2E69-2D92-74E1-8392649B43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A7923E-63E2-E022-B9C2-BAEE85DDF9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F66E2-971C-8861-4E11-756526544E4C}"/>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5" name="Footer Placeholder 4">
            <a:extLst>
              <a:ext uri="{FF2B5EF4-FFF2-40B4-BE49-F238E27FC236}">
                <a16:creationId xmlns:a16="http://schemas.microsoft.com/office/drawing/2014/main" id="{F7E51D64-083B-B7A5-B862-A6E770400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15990-F62C-F732-63F8-A0DF117446C6}"/>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3725037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DDC842-73AE-EC1D-14E9-CA1D44EB6C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FDAB33-2766-98E8-EEC0-03D1DDEBF6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A65915-7040-5B73-0E8B-78C5147BBA85}"/>
              </a:ext>
            </a:extLst>
          </p:cNvPr>
          <p:cNvSpPr>
            <a:spLocks noGrp="1"/>
          </p:cNvSpPr>
          <p:nvPr>
            <p:ph type="dt" sz="half" idx="10"/>
          </p:nvPr>
        </p:nvSpPr>
        <p:spPr/>
        <p:txBody>
          <a:bodyPr/>
          <a:lstStyle/>
          <a:p>
            <a:fld id="{33F3EEAF-6560-4492-A94C-2FF872343197}" type="datetimeFigureOut">
              <a:rPr lang="en-US" smtClean="0"/>
              <a:t>2/20/2025</a:t>
            </a:fld>
            <a:endParaRPr lang="en-US"/>
          </a:p>
        </p:txBody>
      </p:sp>
      <p:sp>
        <p:nvSpPr>
          <p:cNvPr id="5" name="Footer Placeholder 4">
            <a:extLst>
              <a:ext uri="{FF2B5EF4-FFF2-40B4-BE49-F238E27FC236}">
                <a16:creationId xmlns:a16="http://schemas.microsoft.com/office/drawing/2014/main" id="{0A4CE58D-E075-C9EB-A733-D91A4F4A75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E3D1C2-F926-83D3-9F54-0925F6DB08E6}"/>
              </a:ext>
            </a:extLst>
          </p:cNvPr>
          <p:cNvSpPr>
            <a:spLocks noGrp="1"/>
          </p:cNvSpPr>
          <p:nvPr>
            <p:ph type="sldNum" sz="quarter" idx="12"/>
          </p:nvPr>
        </p:nvSpPr>
        <p:spPr/>
        <p:txBody>
          <a:bodyPr/>
          <a:lstStyle/>
          <a:p>
            <a:fld id="{AADD7D03-5267-411A-BBAF-2B46D7BBD5D8}" type="slidenum">
              <a:rPr lang="en-US" smtClean="0"/>
              <a:t>‹#›</a:t>
            </a:fld>
            <a:endParaRPr lang="en-US"/>
          </a:p>
        </p:txBody>
      </p:sp>
    </p:spTree>
    <p:extLst>
      <p:ext uri="{BB962C8B-B14F-4D97-AF65-F5344CB8AC3E}">
        <p14:creationId xmlns:p14="http://schemas.microsoft.com/office/powerpoint/2010/main" val="434215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DF0018-3969-EDB0-7BC7-2861AD77F7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5F1372-4329-8504-D11B-70A2E14605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CB67BF-53C5-4140-1E66-492A4A078A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F3EEAF-6560-4492-A94C-2FF872343197}" type="datetimeFigureOut">
              <a:rPr lang="en-US" smtClean="0"/>
              <a:t>2/20/2025</a:t>
            </a:fld>
            <a:endParaRPr lang="en-US"/>
          </a:p>
        </p:txBody>
      </p:sp>
      <p:sp>
        <p:nvSpPr>
          <p:cNvPr id="5" name="Footer Placeholder 4">
            <a:extLst>
              <a:ext uri="{FF2B5EF4-FFF2-40B4-BE49-F238E27FC236}">
                <a16:creationId xmlns:a16="http://schemas.microsoft.com/office/drawing/2014/main" id="{F50007D6-5EBB-BD5E-07E7-836790CC48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F5829F-90FD-36E9-BC1F-18ED48D9C9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DD7D03-5267-411A-BBAF-2B46D7BBD5D8}" type="slidenum">
              <a:rPr lang="en-US" smtClean="0"/>
              <a:t>‹#›</a:t>
            </a:fld>
            <a:endParaRPr lang="en-US"/>
          </a:p>
        </p:txBody>
      </p:sp>
    </p:spTree>
    <p:extLst>
      <p:ext uri="{BB962C8B-B14F-4D97-AF65-F5344CB8AC3E}">
        <p14:creationId xmlns:p14="http://schemas.microsoft.com/office/powerpoint/2010/main" val="3727456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C4520-EF36-2BF0-C148-63C10D4FD93E}"/>
              </a:ext>
            </a:extLst>
          </p:cNvPr>
          <p:cNvSpPr>
            <a:spLocks noGrp="1"/>
          </p:cNvSpPr>
          <p:nvPr>
            <p:ph type="ctrTitle"/>
          </p:nvPr>
        </p:nvSpPr>
        <p:spPr/>
        <p:txBody>
          <a:bodyPr/>
          <a:lstStyle/>
          <a:p>
            <a:r>
              <a:rPr lang="en-US" dirty="0"/>
              <a:t>Indus valley civilization</a:t>
            </a:r>
          </a:p>
        </p:txBody>
      </p:sp>
      <p:sp>
        <p:nvSpPr>
          <p:cNvPr id="3" name="Subtitle 2">
            <a:extLst>
              <a:ext uri="{FF2B5EF4-FFF2-40B4-BE49-F238E27FC236}">
                <a16:creationId xmlns:a16="http://schemas.microsoft.com/office/drawing/2014/main" id="{9AABA126-7014-AFDA-2FB5-C62C0A7FC3FC}"/>
              </a:ext>
            </a:extLst>
          </p:cNvPr>
          <p:cNvSpPr>
            <a:spLocks noGrp="1"/>
          </p:cNvSpPr>
          <p:nvPr>
            <p:ph type="subTitle" idx="1"/>
          </p:nvPr>
        </p:nvSpPr>
        <p:spPr/>
        <p:txBody>
          <a:bodyPr/>
          <a:lstStyle/>
          <a:p>
            <a:r>
              <a:rPr lang="en-US" dirty="0"/>
              <a:t>Lecturer: no 2 </a:t>
            </a:r>
          </a:p>
          <a:p>
            <a:r>
              <a:rPr lang="en-US" dirty="0"/>
              <a:t>by Ms. Saira Saeed</a:t>
            </a:r>
          </a:p>
        </p:txBody>
      </p:sp>
    </p:spTree>
    <p:extLst>
      <p:ext uri="{BB962C8B-B14F-4D97-AF65-F5344CB8AC3E}">
        <p14:creationId xmlns:p14="http://schemas.microsoft.com/office/powerpoint/2010/main" val="162743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DAB5E-4224-D14E-78DD-02927AA3DB06}"/>
              </a:ext>
            </a:extLst>
          </p:cNvPr>
          <p:cNvSpPr>
            <a:spLocks noGrp="1"/>
          </p:cNvSpPr>
          <p:nvPr>
            <p:ph type="title"/>
          </p:nvPr>
        </p:nvSpPr>
        <p:spPr>
          <a:xfrm>
            <a:off x="838200" y="388875"/>
            <a:ext cx="10515600" cy="1325563"/>
          </a:xfrm>
        </p:spPr>
        <p:txBody>
          <a:bodyPr/>
          <a:lstStyle/>
          <a:p>
            <a:r>
              <a:rPr lang="en-US" b="1" dirty="0"/>
              <a:t>Indus valley civilization</a:t>
            </a:r>
          </a:p>
        </p:txBody>
      </p:sp>
      <p:sp>
        <p:nvSpPr>
          <p:cNvPr id="3" name="Content Placeholder 2">
            <a:extLst>
              <a:ext uri="{FF2B5EF4-FFF2-40B4-BE49-F238E27FC236}">
                <a16:creationId xmlns:a16="http://schemas.microsoft.com/office/drawing/2014/main" id="{C928C21D-EEE1-71D5-D634-C82BD6A1E84F}"/>
              </a:ext>
            </a:extLst>
          </p:cNvPr>
          <p:cNvSpPr>
            <a:spLocks noGrp="1"/>
          </p:cNvSpPr>
          <p:nvPr>
            <p:ph idx="1"/>
          </p:nvPr>
        </p:nvSpPr>
        <p:spPr/>
        <p:txBody>
          <a:bodyPr>
            <a:normAutofit lnSpcReduction="10000"/>
          </a:bodyPr>
          <a:lstStyle/>
          <a:p>
            <a:pPr algn="just"/>
            <a:r>
              <a:rPr lang="en-US" dirty="0"/>
              <a:t>Indus valley civilization is also known as Harrapan Civilization is the earliest known Urban culture of the Indian subcontinent.</a:t>
            </a:r>
          </a:p>
          <a:p>
            <a:pPr algn="just"/>
            <a:r>
              <a:rPr lang="en-US" dirty="0"/>
              <a:t>The date of the civilization initiation to be about 2500-1700BCE.</a:t>
            </a:r>
          </a:p>
          <a:p>
            <a:pPr algn="just"/>
            <a:r>
              <a:rPr lang="en-US" dirty="0"/>
              <a:t>It was a bronze age civilization.</a:t>
            </a:r>
          </a:p>
          <a:p>
            <a:pPr algn="just"/>
            <a:r>
              <a:rPr lang="en-US" dirty="0"/>
              <a:t>Harappa was firstly excavated in early 20</a:t>
            </a:r>
            <a:r>
              <a:rPr lang="en-US" baseline="30000" dirty="0"/>
              <a:t>th</a:t>
            </a:r>
            <a:r>
              <a:rPr lang="en-US" dirty="0"/>
              <a:t> century during British India. The discovery of Harappa and Mohenjo-Daro was the work begun after the foundation of archeological survey of India.</a:t>
            </a:r>
          </a:p>
          <a:p>
            <a:pPr algn="just"/>
            <a:r>
              <a:rPr lang="en-US" dirty="0"/>
              <a:t>The cities of ancient Indus were noted for their urban planning, baked brick houses, drainage system, techniques of handicrafts and metallurgy.</a:t>
            </a:r>
          </a:p>
          <a:p>
            <a:pPr algn="just"/>
            <a:endParaRPr lang="en-US" dirty="0"/>
          </a:p>
        </p:txBody>
      </p:sp>
    </p:spTree>
    <p:extLst>
      <p:ext uri="{BB962C8B-B14F-4D97-AF65-F5344CB8AC3E}">
        <p14:creationId xmlns:p14="http://schemas.microsoft.com/office/powerpoint/2010/main" val="1453935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4BC6F-A5A5-6D46-FAD9-BC3E43B8BC12}"/>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0796C932-B74B-9462-FDD2-137B5BBC57EB}"/>
              </a:ext>
            </a:extLst>
          </p:cNvPr>
          <p:cNvPicPr>
            <a:picLocks noGrp="1" noChangeAspect="1"/>
          </p:cNvPicPr>
          <p:nvPr>
            <p:ph idx="1"/>
          </p:nvPr>
        </p:nvPicPr>
        <p:blipFill>
          <a:blip r:embed="rId2"/>
          <a:stretch>
            <a:fillRect/>
          </a:stretch>
        </p:blipFill>
        <p:spPr>
          <a:xfrm>
            <a:off x="1230095" y="539019"/>
            <a:ext cx="10368148" cy="6225680"/>
          </a:xfrm>
          <a:prstGeom prst="rect">
            <a:avLst/>
          </a:prstGeom>
        </p:spPr>
      </p:pic>
    </p:spTree>
    <p:extLst>
      <p:ext uri="{BB962C8B-B14F-4D97-AF65-F5344CB8AC3E}">
        <p14:creationId xmlns:p14="http://schemas.microsoft.com/office/powerpoint/2010/main" val="1641325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B33A3-DE8E-972A-3D9B-99ED8F3AEE8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44AD057-F3F6-BDC0-0757-B941CCB05B9C}"/>
              </a:ext>
            </a:extLst>
          </p:cNvPr>
          <p:cNvSpPr>
            <a:spLocks noGrp="1"/>
          </p:cNvSpPr>
          <p:nvPr>
            <p:ph idx="1"/>
          </p:nvPr>
        </p:nvSpPr>
        <p:spPr/>
        <p:txBody>
          <a:bodyPr>
            <a:normAutofit fontScale="92500" lnSpcReduction="10000"/>
          </a:bodyPr>
          <a:lstStyle/>
          <a:p>
            <a:pPr algn="just"/>
            <a:r>
              <a:rPr lang="en-US" dirty="0"/>
              <a:t>Sir John Marshall characterized the Indus Civilization as Chalcolithic, a period where copper and stone had played vital roles.</a:t>
            </a:r>
          </a:p>
          <a:p>
            <a:pPr algn="just"/>
            <a:r>
              <a:rPr lang="en-US" dirty="0"/>
              <a:t>The use of stone was limited to grind-stone and vases. Thus in tools, weapons, pottery forms, art objects and house building was dominated by metal techniques and determined the progress of the cities</a:t>
            </a:r>
          </a:p>
          <a:p>
            <a:pPr algn="just"/>
            <a:r>
              <a:rPr lang="en-US" dirty="0"/>
              <a:t> The whole region was not urbanized but few cities like Mohenjo-Daro and Harappa were the main excavated examples. In both cities, we find same system of writing, same rituals and practices, weight and measures, and this cultural identity suggested the idea of a common political authority.</a:t>
            </a:r>
          </a:p>
          <a:p>
            <a:pPr algn="just"/>
            <a:r>
              <a:rPr lang="en-US" dirty="0"/>
              <a:t>There are some evidences that proves the existence of large scale businesses, and internal as well as international trade.</a:t>
            </a:r>
          </a:p>
          <a:p>
            <a:pPr marL="0" indent="0" algn="just">
              <a:buNone/>
            </a:pPr>
            <a:endParaRPr lang="en-US" dirty="0"/>
          </a:p>
        </p:txBody>
      </p:sp>
    </p:spTree>
    <p:extLst>
      <p:ext uri="{BB962C8B-B14F-4D97-AF65-F5344CB8AC3E}">
        <p14:creationId xmlns:p14="http://schemas.microsoft.com/office/powerpoint/2010/main" val="2102977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2A9DE-94A0-4FBD-17E7-73314812A75A}"/>
              </a:ext>
            </a:extLst>
          </p:cNvPr>
          <p:cNvSpPr>
            <a:spLocks noGrp="1"/>
          </p:cNvSpPr>
          <p:nvPr>
            <p:ph type="title"/>
          </p:nvPr>
        </p:nvSpPr>
        <p:spPr/>
        <p:txBody>
          <a:bodyPr/>
          <a:lstStyle/>
          <a:p>
            <a:r>
              <a:rPr lang="en-US" b="1" dirty="0"/>
              <a:t>Society of Indus valley</a:t>
            </a:r>
          </a:p>
        </p:txBody>
      </p:sp>
      <p:sp>
        <p:nvSpPr>
          <p:cNvPr id="3" name="Content Placeholder 2">
            <a:extLst>
              <a:ext uri="{FF2B5EF4-FFF2-40B4-BE49-F238E27FC236}">
                <a16:creationId xmlns:a16="http://schemas.microsoft.com/office/drawing/2014/main" id="{3B893DD4-4C23-6CA5-7CE4-D22010C7A2AC}"/>
              </a:ext>
            </a:extLst>
          </p:cNvPr>
          <p:cNvSpPr>
            <a:spLocks noGrp="1"/>
          </p:cNvSpPr>
          <p:nvPr>
            <p:ph idx="1"/>
          </p:nvPr>
        </p:nvSpPr>
        <p:spPr/>
        <p:txBody>
          <a:bodyPr/>
          <a:lstStyle/>
          <a:p>
            <a:pPr algn="just"/>
            <a:r>
              <a:rPr lang="en-US" dirty="0"/>
              <a:t>Indus valley was not commerce-oriented society. The general pattern was rural, based on farming. Irrigation was provided by flood-water. Different cultures were extended along the river course. The river had provided the lines for transportation and communication, eventually cities also gained control over villages as they did not manufacture what they need, which resulted in the growth of urban centers as industrialized cities and commercial depots where villagers could take their products for sale and exchange.</a:t>
            </a:r>
          </a:p>
          <a:p>
            <a:pPr algn="just"/>
            <a:r>
              <a:rPr lang="en-US" dirty="0"/>
              <a:t>Both cities represents the significant sites of rural life of bronze age.</a:t>
            </a:r>
          </a:p>
        </p:txBody>
      </p:sp>
    </p:spTree>
    <p:extLst>
      <p:ext uri="{BB962C8B-B14F-4D97-AF65-F5344CB8AC3E}">
        <p14:creationId xmlns:p14="http://schemas.microsoft.com/office/powerpoint/2010/main" val="4202374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D3A40-2330-9FB0-EDF6-8E0DCF0F3A7F}"/>
              </a:ext>
            </a:extLst>
          </p:cNvPr>
          <p:cNvSpPr>
            <a:spLocks noGrp="1"/>
          </p:cNvSpPr>
          <p:nvPr>
            <p:ph type="title"/>
          </p:nvPr>
        </p:nvSpPr>
        <p:spPr/>
        <p:txBody>
          <a:bodyPr/>
          <a:lstStyle/>
          <a:p>
            <a:r>
              <a:rPr lang="en-US" b="1" dirty="0"/>
              <a:t>Early excavations</a:t>
            </a:r>
          </a:p>
        </p:txBody>
      </p:sp>
      <p:sp>
        <p:nvSpPr>
          <p:cNvPr id="3" name="Content Placeholder 2">
            <a:extLst>
              <a:ext uri="{FF2B5EF4-FFF2-40B4-BE49-F238E27FC236}">
                <a16:creationId xmlns:a16="http://schemas.microsoft.com/office/drawing/2014/main" id="{57C33C64-F058-4F52-CA89-77847E140DCD}"/>
              </a:ext>
            </a:extLst>
          </p:cNvPr>
          <p:cNvSpPr>
            <a:spLocks noGrp="1"/>
          </p:cNvSpPr>
          <p:nvPr>
            <p:ph idx="1"/>
          </p:nvPr>
        </p:nvSpPr>
        <p:spPr/>
        <p:txBody>
          <a:bodyPr/>
          <a:lstStyle/>
          <a:p>
            <a:pPr algn="just"/>
            <a:r>
              <a:rPr lang="en-US" dirty="0" err="1"/>
              <a:t>Kot</a:t>
            </a:r>
            <a:r>
              <a:rPr lang="en-US" dirty="0"/>
              <a:t> </a:t>
            </a:r>
            <a:r>
              <a:rPr lang="en-US" dirty="0" err="1"/>
              <a:t>Diji</a:t>
            </a:r>
            <a:r>
              <a:rPr lang="en-US" dirty="0"/>
              <a:t> was the forerunner of the Indus valley. It dates back in 3300BCE. The remains consists of two parts: the citadel area on high ground and outer area. It was excavated in 1955 and 1957. It is located in the south of Khairpur.</a:t>
            </a:r>
          </a:p>
          <a:p>
            <a:pPr algn="just"/>
            <a:r>
              <a:rPr lang="en-US" dirty="0"/>
              <a:t>The great civilization was initially identified in 1921 at Harappa than in 1922 at Mohenjo-Daro near Indus river.  Its ruins was designated as World Heritage site in 1980. it has more than 100 villages and towns </a:t>
            </a:r>
          </a:p>
        </p:txBody>
      </p:sp>
    </p:spTree>
    <p:extLst>
      <p:ext uri="{BB962C8B-B14F-4D97-AF65-F5344CB8AC3E}">
        <p14:creationId xmlns:p14="http://schemas.microsoft.com/office/powerpoint/2010/main" val="2929292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AF131-D94A-99E2-DD8B-48EA968DA39C}"/>
              </a:ext>
            </a:extLst>
          </p:cNvPr>
          <p:cNvSpPr>
            <a:spLocks noGrp="1"/>
          </p:cNvSpPr>
          <p:nvPr>
            <p:ph type="title"/>
          </p:nvPr>
        </p:nvSpPr>
        <p:spPr/>
        <p:txBody>
          <a:bodyPr/>
          <a:lstStyle/>
          <a:p>
            <a:r>
              <a:rPr lang="en-US" b="1" dirty="0"/>
              <a:t>Pots, toys and figurines</a:t>
            </a:r>
          </a:p>
        </p:txBody>
      </p:sp>
      <p:sp>
        <p:nvSpPr>
          <p:cNvPr id="3" name="Content Placeholder 2">
            <a:extLst>
              <a:ext uri="{FF2B5EF4-FFF2-40B4-BE49-F238E27FC236}">
                <a16:creationId xmlns:a16="http://schemas.microsoft.com/office/drawing/2014/main" id="{EA2547B1-3D1B-C0C6-C41D-8278E2C15C43}"/>
              </a:ext>
            </a:extLst>
          </p:cNvPr>
          <p:cNvSpPr>
            <a:spLocks noGrp="1"/>
          </p:cNvSpPr>
          <p:nvPr>
            <p:ph idx="1"/>
          </p:nvPr>
        </p:nvSpPr>
        <p:spPr/>
        <p:txBody>
          <a:bodyPr/>
          <a:lstStyle/>
          <a:p>
            <a:pPr algn="just"/>
            <a:r>
              <a:rPr lang="en-US" dirty="0"/>
              <a:t>Painted pottery is the only evidence that there was a tradition of painting. The pots were mostly used for storing foods and drink. Some of them were more ornamental rather than practical.</a:t>
            </a:r>
          </a:p>
          <a:p>
            <a:pPr algn="just"/>
            <a:r>
              <a:rPr lang="en-US" dirty="0"/>
              <a:t>The popular art of the Harappans was in the form of terra-cotta figurines generally agreed as deities.</a:t>
            </a:r>
          </a:p>
          <a:p>
            <a:pPr algn="just"/>
            <a:r>
              <a:rPr lang="en-US" dirty="0"/>
              <a:t>There are varieties of terra-cotta animals, toys and carts. Best known artifacts are a number of small seals. A majority of seals show a unicorn bull </a:t>
            </a:r>
          </a:p>
          <a:p>
            <a:pPr algn="just"/>
            <a:r>
              <a:rPr lang="en-US" dirty="0"/>
              <a:t> Copper and bronze were the main metals used for making tools and objects like spears, axes, knives, arrowheads etc.</a:t>
            </a:r>
          </a:p>
          <a:p>
            <a:pPr marL="0" indent="0" algn="just">
              <a:buNone/>
            </a:pPr>
            <a:endParaRPr lang="en-US" dirty="0"/>
          </a:p>
        </p:txBody>
      </p:sp>
    </p:spTree>
    <p:extLst>
      <p:ext uri="{BB962C8B-B14F-4D97-AF65-F5344CB8AC3E}">
        <p14:creationId xmlns:p14="http://schemas.microsoft.com/office/powerpoint/2010/main" val="335524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8E1B3-8572-33D5-A29A-6A7908AA06CD}"/>
              </a:ext>
            </a:extLst>
          </p:cNvPr>
          <p:cNvSpPr>
            <a:spLocks noGrp="1"/>
          </p:cNvSpPr>
          <p:nvPr>
            <p:ph type="title"/>
          </p:nvPr>
        </p:nvSpPr>
        <p:spPr/>
        <p:txBody>
          <a:bodyPr/>
          <a:lstStyle/>
          <a:p>
            <a:r>
              <a:rPr lang="en-US" dirty="0"/>
              <a:t>Drainage system:</a:t>
            </a:r>
          </a:p>
        </p:txBody>
      </p:sp>
      <p:sp>
        <p:nvSpPr>
          <p:cNvPr id="3" name="Content Placeholder 2">
            <a:extLst>
              <a:ext uri="{FF2B5EF4-FFF2-40B4-BE49-F238E27FC236}">
                <a16:creationId xmlns:a16="http://schemas.microsoft.com/office/drawing/2014/main" id="{72FDE6E4-9281-6F5B-C050-469EC0E22441}"/>
              </a:ext>
            </a:extLst>
          </p:cNvPr>
          <p:cNvSpPr>
            <a:spLocks noGrp="1"/>
          </p:cNvSpPr>
          <p:nvPr>
            <p:ph idx="1"/>
          </p:nvPr>
        </p:nvSpPr>
        <p:spPr/>
        <p:txBody>
          <a:bodyPr>
            <a:normAutofit fontScale="92500" lnSpcReduction="10000"/>
          </a:bodyPr>
          <a:lstStyle/>
          <a:p>
            <a:pPr algn="just"/>
            <a:r>
              <a:rPr lang="en-US" dirty="0"/>
              <a:t>The drainage system of Mohenjo-Daro is considered to be way ahead of its time.</a:t>
            </a:r>
          </a:p>
          <a:p>
            <a:pPr algn="just"/>
            <a:r>
              <a:rPr lang="en-US" dirty="0"/>
              <a:t>It was engineering masterpiece got appreciated when they excavated the site in 1921.</a:t>
            </a:r>
          </a:p>
          <a:p>
            <a:pPr algn="just"/>
            <a:r>
              <a:rPr lang="en-US" dirty="0"/>
              <a:t>The drainage system was used as a reference to built new cities. The ruins of the sites were found by Sir John Marshall in 1921 for the very time and in 1922 by R.D Banerji. More than 1000cities were found including </a:t>
            </a:r>
            <a:r>
              <a:rPr lang="en-US" dirty="0" err="1"/>
              <a:t>Harrapa</a:t>
            </a:r>
            <a:r>
              <a:rPr lang="en-US" dirty="0"/>
              <a:t>, Mohenjo-Daro, </a:t>
            </a:r>
            <a:r>
              <a:rPr lang="en-US" dirty="0" err="1"/>
              <a:t>Mehergarh</a:t>
            </a:r>
            <a:r>
              <a:rPr lang="en-US" dirty="0"/>
              <a:t> and Ganeri Wala. These were developed urban centers and the buildings were made up of burnt brick and stone. Warehouses, brick walls and granaries also had been proved as great architectural planning. people built there cities with right planning on a definite pattern.</a:t>
            </a:r>
          </a:p>
        </p:txBody>
      </p:sp>
    </p:spTree>
    <p:extLst>
      <p:ext uri="{BB962C8B-B14F-4D97-AF65-F5344CB8AC3E}">
        <p14:creationId xmlns:p14="http://schemas.microsoft.com/office/powerpoint/2010/main" val="2059555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5FD60-D383-114E-0E3C-AB42A9776F17}"/>
              </a:ext>
            </a:extLst>
          </p:cNvPr>
          <p:cNvSpPr>
            <a:spLocks noGrp="1"/>
          </p:cNvSpPr>
          <p:nvPr>
            <p:ph type="title"/>
          </p:nvPr>
        </p:nvSpPr>
        <p:spPr/>
        <p:txBody>
          <a:bodyPr/>
          <a:lstStyle/>
          <a:p>
            <a:r>
              <a:rPr lang="en-US" b="1" dirty="0"/>
              <a:t>The city structure:</a:t>
            </a:r>
          </a:p>
        </p:txBody>
      </p:sp>
      <p:sp>
        <p:nvSpPr>
          <p:cNvPr id="3" name="Content Placeholder 2">
            <a:extLst>
              <a:ext uri="{FF2B5EF4-FFF2-40B4-BE49-F238E27FC236}">
                <a16:creationId xmlns:a16="http://schemas.microsoft.com/office/drawing/2014/main" id="{92E8FBE3-948D-D577-7E71-E0E414578F41}"/>
              </a:ext>
            </a:extLst>
          </p:cNvPr>
          <p:cNvSpPr>
            <a:spLocks noGrp="1"/>
          </p:cNvSpPr>
          <p:nvPr>
            <p:ph idx="1"/>
          </p:nvPr>
        </p:nvSpPr>
        <p:spPr/>
        <p:txBody>
          <a:bodyPr/>
          <a:lstStyle/>
          <a:p>
            <a:pPr algn="just"/>
            <a:r>
              <a:rPr lang="en-US" dirty="0"/>
              <a:t>The Indus tribe lived in houses just like today. They were built from bricks and cement and must have been very strong because lots of these buildings are still standing today. All streets and roads were straight, made up of burnt bricks.</a:t>
            </a:r>
          </a:p>
          <a:p>
            <a:pPr algn="just"/>
            <a:r>
              <a:rPr lang="en-US" dirty="0"/>
              <a:t>Great bath was located inside the city, it was a large rectangular water tank which was meant for special rituals. The walls of tank was coated with gypsum to prevent water leakage.</a:t>
            </a:r>
          </a:p>
          <a:p>
            <a:pPr algn="just"/>
            <a:r>
              <a:rPr lang="en-US" dirty="0"/>
              <a:t>Most staple food such as rice, wheat and barley were kept for public distribution in storage halls.</a:t>
            </a:r>
          </a:p>
          <a:p>
            <a:pPr algn="just"/>
            <a:endParaRPr lang="en-US" dirty="0"/>
          </a:p>
        </p:txBody>
      </p:sp>
    </p:spTree>
    <p:extLst>
      <p:ext uri="{BB962C8B-B14F-4D97-AF65-F5344CB8AC3E}">
        <p14:creationId xmlns:p14="http://schemas.microsoft.com/office/powerpoint/2010/main" val="2334068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7E07D-B5B5-B0E0-6535-BE185D566AA0}"/>
              </a:ext>
            </a:extLst>
          </p:cNvPr>
          <p:cNvSpPr>
            <a:spLocks noGrp="1"/>
          </p:cNvSpPr>
          <p:nvPr>
            <p:ph type="title"/>
          </p:nvPr>
        </p:nvSpPr>
        <p:spPr/>
        <p:txBody>
          <a:bodyPr/>
          <a:lstStyle/>
          <a:p>
            <a:r>
              <a:rPr lang="en-US" dirty="0"/>
              <a:t>Underground drainage system:</a:t>
            </a:r>
          </a:p>
        </p:txBody>
      </p:sp>
      <p:sp>
        <p:nvSpPr>
          <p:cNvPr id="3" name="Content Placeholder 2">
            <a:extLst>
              <a:ext uri="{FF2B5EF4-FFF2-40B4-BE49-F238E27FC236}">
                <a16:creationId xmlns:a16="http://schemas.microsoft.com/office/drawing/2014/main" id="{6562418B-2E00-DCDF-5FDF-01F3990747EF}"/>
              </a:ext>
            </a:extLst>
          </p:cNvPr>
          <p:cNvSpPr>
            <a:spLocks noGrp="1"/>
          </p:cNvSpPr>
          <p:nvPr>
            <p:ph idx="1"/>
          </p:nvPr>
        </p:nvSpPr>
        <p:spPr/>
        <p:txBody>
          <a:bodyPr>
            <a:normAutofit lnSpcReduction="10000"/>
          </a:bodyPr>
          <a:lstStyle/>
          <a:p>
            <a:pPr algn="just"/>
            <a:r>
              <a:rPr lang="en-US" dirty="0"/>
              <a:t>There is evidence of very sophisticated drainage system in the cities of Indus valley civilization. The Indus valley’s drainage system was found 4,500 years ago. Cities were equipped with the complex water and sewage system. Rooms, kitchens and bathrooms has drains which were connected with street drains and they were covered with bricks and stone slabs.</a:t>
            </a:r>
          </a:p>
          <a:p>
            <a:pPr algn="just"/>
            <a:r>
              <a:rPr lang="en-US" dirty="0"/>
              <a:t>Corbelled drains were the main source of collecting sewage and rain water. Trines were the communal areas that contained with one or more toilets.</a:t>
            </a:r>
          </a:p>
          <a:p>
            <a:pPr algn="just"/>
            <a:r>
              <a:rPr lang="en-US" dirty="0"/>
              <a:t>Drains had holes at regular intervals which were used by for cleaning and inspection.</a:t>
            </a:r>
          </a:p>
        </p:txBody>
      </p:sp>
    </p:spTree>
    <p:extLst>
      <p:ext uri="{BB962C8B-B14F-4D97-AF65-F5344CB8AC3E}">
        <p14:creationId xmlns:p14="http://schemas.microsoft.com/office/powerpoint/2010/main" val="3509251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0D799-AA61-2CD5-42C0-7B7A09B72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DDE6B-9C0D-19BE-0D87-675D8ABC7FA8}"/>
              </a:ext>
            </a:extLst>
          </p:cNvPr>
          <p:cNvSpPr>
            <a:spLocks noGrp="1"/>
          </p:cNvSpPr>
          <p:nvPr>
            <p:ph type="title"/>
          </p:nvPr>
        </p:nvSpPr>
        <p:spPr/>
        <p:txBody>
          <a:bodyPr/>
          <a:lstStyle/>
          <a:p>
            <a:r>
              <a:rPr lang="en-US" dirty="0"/>
              <a:t>Decline of the civilization:</a:t>
            </a:r>
          </a:p>
        </p:txBody>
      </p:sp>
      <p:sp>
        <p:nvSpPr>
          <p:cNvPr id="3" name="Content Placeholder 2">
            <a:extLst>
              <a:ext uri="{FF2B5EF4-FFF2-40B4-BE49-F238E27FC236}">
                <a16:creationId xmlns:a16="http://schemas.microsoft.com/office/drawing/2014/main" id="{9F36146C-44C3-1406-8DEA-47E678248256}"/>
              </a:ext>
            </a:extLst>
          </p:cNvPr>
          <p:cNvSpPr>
            <a:spLocks noGrp="1"/>
          </p:cNvSpPr>
          <p:nvPr>
            <p:ph idx="1"/>
          </p:nvPr>
        </p:nvSpPr>
        <p:spPr/>
        <p:txBody>
          <a:bodyPr/>
          <a:lstStyle/>
          <a:p>
            <a:pPr algn="just">
              <a:lnSpc>
                <a:spcPct val="200000"/>
              </a:lnSpc>
              <a:buFont typeface="Arial" panose="020B0604020202020204" pitchFamily="34" charset="0"/>
              <a:buChar char="•"/>
            </a:pPr>
            <a:r>
              <a:rPr lang="en-US" b="0" i="0" dirty="0">
                <a:solidFill>
                  <a:srgbClr val="333333"/>
                </a:solidFill>
                <a:effectLst/>
                <a:latin typeface="GothamSSm"/>
              </a:rPr>
              <a:t>The Indus valley civilization started declining from about 1900 BCE.</a:t>
            </a:r>
          </a:p>
          <a:p>
            <a:pPr algn="just">
              <a:lnSpc>
                <a:spcPct val="200000"/>
              </a:lnSpc>
              <a:buFont typeface="Arial" panose="020B0604020202020204" pitchFamily="34" charset="0"/>
              <a:buChar char="•"/>
            </a:pPr>
            <a:r>
              <a:rPr lang="en-US" b="0" i="0" dirty="0">
                <a:solidFill>
                  <a:srgbClr val="333333"/>
                </a:solidFill>
                <a:effectLst/>
                <a:latin typeface="GothamSSm"/>
              </a:rPr>
              <a:t>Changes in climate, decline of trade with Mesopotamians, drying up or flooding of the river, foreign invasion of Indus civilization might have been the reasons for the decline of this civilization.</a:t>
            </a:r>
          </a:p>
          <a:p>
            <a:pPr algn="just">
              <a:lnSpc>
                <a:spcPct val="200000"/>
              </a:lnSpc>
            </a:pPr>
            <a:endParaRPr lang="en-US" dirty="0"/>
          </a:p>
        </p:txBody>
      </p:sp>
    </p:spTree>
    <p:extLst>
      <p:ext uri="{BB962C8B-B14F-4D97-AF65-F5344CB8AC3E}">
        <p14:creationId xmlns:p14="http://schemas.microsoft.com/office/powerpoint/2010/main" val="617944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C73B7-68C6-DCEF-622B-FB3752213DFE}"/>
              </a:ext>
            </a:extLst>
          </p:cNvPr>
          <p:cNvSpPr>
            <a:spLocks noGrp="1"/>
          </p:cNvSpPr>
          <p:nvPr>
            <p:ph type="title"/>
          </p:nvPr>
        </p:nvSpPr>
        <p:spPr/>
        <p:txBody>
          <a:bodyPr/>
          <a:lstStyle/>
          <a:p>
            <a:r>
              <a:rPr lang="en-US" dirty="0"/>
              <a:t>Unicorn Seal of the Indus valley</a:t>
            </a:r>
          </a:p>
        </p:txBody>
      </p:sp>
      <p:pic>
        <p:nvPicPr>
          <p:cNvPr id="4" name="Content Placeholder 3">
            <a:extLst>
              <a:ext uri="{FF2B5EF4-FFF2-40B4-BE49-F238E27FC236}">
                <a16:creationId xmlns:a16="http://schemas.microsoft.com/office/drawing/2014/main" id="{67F5C493-D002-0A88-7C11-171B4EC7C0B0}"/>
              </a:ext>
            </a:extLst>
          </p:cNvPr>
          <p:cNvPicPr>
            <a:picLocks noGrp="1" noChangeAspect="1"/>
          </p:cNvPicPr>
          <p:nvPr>
            <p:ph idx="1"/>
          </p:nvPr>
        </p:nvPicPr>
        <p:blipFill>
          <a:blip r:embed="rId2"/>
          <a:stretch>
            <a:fillRect/>
          </a:stretch>
        </p:blipFill>
        <p:spPr>
          <a:xfrm>
            <a:off x="838200" y="1825625"/>
            <a:ext cx="10515600" cy="4351338"/>
          </a:xfrm>
          <a:prstGeom prst="rect">
            <a:avLst/>
          </a:prstGeom>
        </p:spPr>
      </p:pic>
    </p:spTree>
    <p:extLst>
      <p:ext uri="{BB962C8B-B14F-4D97-AF65-F5344CB8AC3E}">
        <p14:creationId xmlns:p14="http://schemas.microsoft.com/office/powerpoint/2010/main" val="2025003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CB384-E37B-B960-6807-CBDBB8BCDE53}"/>
              </a:ext>
            </a:extLst>
          </p:cNvPr>
          <p:cNvSpPr>
            <a:spLocks noGrp="1"/>
          </p:cNvSpPr>
          <p:nvPr>
            <p:ph type="title"/>
          </p:nvPr>
        </p:nvSpPr>
        <p:spPr/>
        <p:txBody>
          <a:bodyPr/>
          <a:lstStyle/>
          <a:p>
            <a:r>
              <a:rPr lang="en-US" dirty="0"/>
              <a:t>Priest king:</a:t>
            </a:r>
          </a:p>
        </p:txBody>
      </p:sp>
      <p:pic>
        <p:nvPicPr>
          <p:cNvPr id="4" name="Content Placeholder 3">
            <a:extLst>
              <a:ext uri="{FF2B5EF4-FFF2-40B4-BE49-F238E27FC236}">
                <a16:creationId xmlns:a16="http://schemas.microsoft.com/office/drawing/2014/main" id="{2B3B7D8F-E77E-CA4D-196F-861CC1959653}"/>
              </a:ext>
            </a:extLst>
          </p:cNvPr>
          <p:cNvPicPr>
            <a:picLocks noGrp="1" noChangeAspect="1"/>
          </p:cNvPicPr>
          <p:nvPr>
            <p:ph idx="1"/>
          </p:nvPr>
        </p:nvPicPr>
        <p:blipFill>
          <a:blip r:embed="rId2"/>
          <a:stretch>
            <a:fillRect/>
          </a:stretch>
        </p:blipFill>
        <p:spPr>
          <a:xfrm>
            <a:off x="1080655" y="1828801"/>
            <a:ext cx="10273145" cy="4664074"/>
          </a:xfrm>
          <a:prstGeom prst="rect">
            <a:avLst/>
          </a:prstGeom>
        </p:spPr>
      </p:pic>
    </p:spTree>
    <p:extLst>
      <p:ext uri="{BB962C8B-B14F-4D97-AF65-F5344CB8AC3E}">
        <p14:creationId xmlns:p14="http://schemas.microsoft.com/office/powerpoint/2010/main" val="2501023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854CA-04E7-A4EA-30C9-1FA14DA274B9}"/>
              </a:ext>
            </a:extLst>
          </p:cNvPr>
          <p:cNvSpPr>
            <a:spLocks noGrp="1"/>
          </p:cNvSpPr>
          <p:nvPr>
            <p:ph type="title"/>
          </p:nvPr>
        </p:nvSpPr>
        <p:spPr/>
        <p:txBody>
          <a:bodyPr/>
          <a:lstStyle/>
          <a:p>
            <a:r>
              <a:rPr lang="en-US" dirty="0"/>
              <a:t>Drainage system and great bath:</a:t>
            </a:r>
          </a:p>
        </p:txBody>
      </p:sp>
      <p:pic>
        <p:nvPicPr>
          <p:cNvPr id="4" name="Content Placeholder 3">
            <a:extLst>
              <a:ext uri="{FF2B5EF4-FFF2-40B4-BE49-F238E27FC236}">
                <a16:creationId xmlns:a16="http://schemas.microsoft.com/office/drawing/2014/main" id="{7BE79DDF-3604-508B-4A62-919861C65FDB}"/>
              </a:ext>
            </a:extLst>
          </p:cNvPr>
          <p:cNvPicPr>
            <a:picLocks noGrp="1" noChangeAspect="1"/>
          </p:cNvPicPr>
          <p:nvPr>
            <p:ph idx="1"/>
          </p:nvPr>
        </p:nvPicPr>
        <p:blipFill>
          <a:blip r:embed="rId2"/>
          <a:stretch>
            <a:fillRect/>
          </a:stretch>
        </p:blipFill>
        <p:spPr>
          <a:xfrm>
            <a:off x="5985164" y="1852550"/>
            <a:ext cx="4679249" cy="4227615"/>
          </a:xfrm>
          <a:prstGeom prst="rect">
            <a:avLst/>
          </a:prstGeom>
        </p:spPr>
      </p:pic>
      <p:pic>
        <p:nvPicPr>
          <p:cNvPr id="5" name="Picture 4">
            <a:extLst>
              <a:ext uri="{FF2B5EF4-FFF2-40B4-BE49-F238E27FC236}">
                <a16:creationId xmlns:a16="http://schemas.microsoft.com/office/drawing/2014/main" id="{7B9A3E7A-1227-F0EB-EC17-3F79AACE6F8E}"/>
              </a:ext>
            </a:extLst>
          </p:cNvPr>
          <p:cNvPicPr>
            <a:picLocks noChangeAspect="1"/>
          </p:cNvPicPr>
          <p:nvPr/>
        </p:nvPicPr>
        <p:blipFill>
          <a:blip r:embed="rId3"/>
          <a:stretch>
            <a:fillRect/>
          </a:stretch>
        </p:blipFill>
        <p:spPr>
          <a:xfrm>
            <a:off x="1056905" y="1852551"/>
            <a:ext cx="4679248" cy="4227615"/>
          </a:xfrm>
          <a:prstGeom prst="rect">
            <a:avLst/>
          </a:prstGeom>
        </p:spPr>
      </p:pic>
    </p:spTree>
    <p:extLst>
      <p:ext uri="{BB962C8B-B14F-4D97-AF65-F5344CB8AC3E}">
        <p14:creationId xmlns:p14="http://schemas.microsoft.com/office/powerpoint/2010/main" val="2284946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C812-BAA8-EF76-552B-6958B7AC16A5}"/>
              </a:ext>
            </a:extLst>
          </p:cNvPr>
          <p:cNvSpPr>
            <a:spLocks noGrp="1"/>
          </p:cNvSpPr>
          <p:nvPr>
            <p:ph type="title"/>
          </p:nvPr>
        </p:nvSpPr>
        <p:spPr/>
        <p:txBody>
          <a:bodyPr>
            <a:noAutofit/>
          </a:bodyPr>
          <a:lstStyle/>
          <a:p>
            <a:pPr algn="just"/>
            <a:r>
              <a:rPr lang="en-US" sz="3200" dirty="0"/>
              <a:t>Bronze Jewelry: the Indus valley is rich in many metals and worthy stones such as carnelian, gold copper and turquoise and many others semiprecious stones</a:t>
            </a:r>
          </a:p>
        </p:txBody>
      </p:sp>
      <p:pic>
        <p:nvPicPr>
          <p:cNvPr id="4" name="Content Placeholder 3">
            <a:extLst>
              <a:ext uri="{FF2B5EF4-FFF2-40B4-BE49-F238E27FC236}">
                <a16:creationId xmlns:a16="http://schemas.microsoft.com/office/drawing/2014/main" id="{57A16385-2CF9-B1A8-EDFF-CA5299CF38AA}"/>
              </a:ext>
            </a:extLst>
          </p:cNvPr>
          <p:cNvPicPr>
            <a:picLocks noGrp="1" noChangeAspect="1"/>
          </p:cNvPicPr>
          <p:nvPr>
            <p:ph idx="1"/>
          </p:nvPr>
        </p:nvPicPr>
        <p:blipFill>
          <a:blip r:embed="rId2"/>
          <a:stretch>
            <a:fillRect/>
          </a:stretch>
        </p:blipFill>
        <p:spPr>
          <a:xfrm>
            <a:off x="1193470" y="1971304"/>
            <a:ext cx="10515600" cy="4521571"/>
          </a:xfrm>
          <a:prstGeom prst="rect">
            <a:avLst/>
          </a:prstGeom>
        </p:spPr>
      </p:pic>
    </p:spTree>
    <p:extLst>
      <p:ext uri="{BB962C8B-B14F-4D97-AF65-F5344CB8AC3E}">
        <p14:creationId xmlns:p14="http://schemas.microsoft.com/office/powerpoint/2010/main" val="3540327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0D753-9A85-F0F5-614E-AE0CCD0C8C8E}"/>
              </a:ext>
            </a:extLst>
          </p:cNvPr>
          <p:cNvSpPr>
            <a:spLocks noGrp="1"/>
          </p:cNvSpPr>
          <p:nvPr>
            <p:ph type="title"/>
          </p:nvPr>
        </p:nvSpPr>
        <p:spPr/>
        <p:txBody>
          <a:bodyPr/>
          <a:lstStyle/>
          <a:p>
            <a:r>
              <a:rPr lang="en-US" dirty="0"/>
              <a:t>City plan of the valley</a:t>
            </a:r>
          </a:p>
        </p:txBody>
      </p:sp>
      <p:pic>
        <p:nvPicPr>
          <p:cNvPr id="4" name="Content Placeholder 3">
            <a:extLst>
              <a:ext uri="{FF2B5EF4-FFF2-40B4-BE49-F238E27FC236}">
                <a16:creationId xmlns:a16="http://schemas.microsoft.com/office/drawing/2014/main" id="{336A2DDA-29D0-73F2-C9FD-71933BB3ADD3}"/>
              </a:ext>
            </a:extLst>
          </p:cNvPr>
          <p:cNvPicPr>
            <a:picLocks noGrp="1" noChangeAspect="1"/>
          </p:cNvPicPr>
          <p:nvPr>
            <p:ph idx="1"/>
          </p:nvPr>
        </p:nvPicPr>
        <p:blipFill>
          <a:blip r:embed="rId2"/>
          <a:stretch>
            <a:fillRect/>
          </a:stretch>
        </p:blipFill>
        <p:spPr>
          <a:xfrm>
            <a:off x="1484416" y="2280062"/>
            <a:ext cx="9535885" cy="4108863"/>
          </a:xfrm>
          <a:prstGeom prst="rect">
            <a:avLst/>
          </a:prstGeom>
        </p:spPr>
      </p:pic>
    </p:spTree>
    <p:extLst>
      <p:ext uri="{BB962C8B-B14F-4D97-AF65-F5344CB8AC3E}">
        <p14:creationId xmlns:p14="http://schemas.microsoft.com/office/powerpoint/2010/main" val="3244726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TotalTime>
  <Words>981</Words>
  <Application>Microsoft Office PowerPoint</Application>
  <PresentationFormat>Widescreen</PresentationFormat>
  <Paragraphs>44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GothamSSm</vt:lpstr>
      <vt:lpstr>Office Theme</vt:lpstr>
      <vt:lpstr>Indus valley civilization</vt:lpstr>
      <vt:lpstr>Indus valley civilization</vt:lpstr>
      <vt:lpstr>PowerPoint Presentation</vt:lpstr>
      <vt:lpstr>PowerPoint Presentation</vt:lpstr>
      <vt:lpstr>Society of Indus valley</vt:lpstr>
      <vt:lpstr>Early excavations</vt:lpstr>
      <vt:lpstr>Pots, toys and figurines</vt:lpstr>
      <vt:lpstr>Drainage system:</vt:lpstr>
      <vt:lpstr>The city structure:</vt:lpstr>
      <vt:lpstr>Underground drainage system:</vt:lpstr>
      <vt:lpstr>Decline of the civilization:</vt:lpstr>
      <vt:lpstr>Unicorn Seal of the Indus valley</vt:lpstr>
      <vt:lpstr>Priest king:</vt:lpstr>
      <vt:lpstr>Drainage system and great bath:</vt:lpstr>
      <vt:lpstr>Bronze Jewelry: the Indus valley is rich in many metals and worthy stones such as carnelian, gold copper and turquoise and many others semiprecious stones</vt:lpstr>
      <vt:lpstr>City plan of the valley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Pakistan studies </dc:title>
  <dc:creator>saira saeed</dc:creator>
  <cp:lastModifiedBy>saira saeed</cp:lastModifiedBy>
  <cp:revision>3</cp:revision>
  <dcterms:created xsi:type="dcterms:W3CDTF">2024-02-21T18:52:40Z</dcterms:created>
  <dcterms:modified xsi:type="dcterms:W3CDTF">2025-02-19T19:15:57Z</dcterms:modified>
</cp:coreProperties>
</file>